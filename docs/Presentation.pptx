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2468880" cy="11887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20840" y="91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DOMINO'S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72084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PIZZA · PAKISTAN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Voice Agent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Domino's Pakistan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Ordering  ·  Reservations  ·  24/7 Customer Support  ·  Google Sheets Integration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4572000" cy="457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127248"/>
            <a:ext cx="2011680" cy="365760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36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🎤  Voice AI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127248"/>
            <a:ext cx="2011680" cy="365760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136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🍕  Full Menu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127248"/>
            <a:ext cx="2011680" cy="365760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136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📅  Reservations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127248"/>
            <a:ext cx="2011680" cy="365760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136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📊  Auto Data Export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4572000" cy="841248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57600"/>
            <a:ext cx="91440" cy="8412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03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"Thank you for calling Domino's Pizza. How can I help you today?"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18795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</a:rPr>
              <a:t>— Mike, AI Voice Assistant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914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Voice Agent Project  |  Team Presentation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01  ·  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Domino's Pakistan Needs an AI Voice Agent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91440" cy="17556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33272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</a:rPr>
              <a:t>#01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2B"/>
                </a:solidFill>
              </a:rPr>
              <a:t>High Call Volume &amp; Wait Times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During peak hours staff are overwhelmed, causing long hold times, dropped calls and customer frustration — directly hurting revenue.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91440" cy="17556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68112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</a:rPr>
              <a:t>#02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2B"/>
                </a:solidFill>
              </a:rPr>
              <a:t>Human Errors in Orders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Manual order-taking leads to wrong pizza flavours, sizes and delivery addresses, resulting in costly remakes and negative experiences.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17520"/>
            <a:ext cx="91440" cy="17556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33272" y="31272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</a:rPr>
              <a:t>#03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2B"/>
                </a:solidFill>
              </a:rPr>
              <a:t>No 24/7 Availability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950208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Human agents are limited to working hours. After 11 PM all calls are missed — representing significant lost nightly revenue.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91440" cy="17556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68112" y="31272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</a:rPr>
              <a:t>#04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2B"/>
                </a:solidFill>
              </a:rPr>
              <a:t>Unstructured &amp; Lost Data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950208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Customer orders, reservations and contact details are not systematically captured, preventing CRM insights and follow-up opportunities.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02  ·  PROPOSED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Mike — Your AI-Powered Voice Agent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65836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"A friendly, professional AI voice assistant that handles orders, reservations &amp; customer support for Domino's Pakistan — 24 hours a day, 7 days a week, with zero wait time."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What Mike Can 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</a:rPr>
              <a:t>🍕  Take pizza orders (flavour, size, crust, toppings)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6151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📋  Know the full menu &amp; current deals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9443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📅  Book &amp; manage table reservations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3273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Check availability before confirming anything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6027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🎉  Handle special events (birthdays, anniversaries)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3931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❓  Answer FAQs — hours, delivery time, payment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42611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📊  Export all data to Google Sheets automatically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590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🔁  Escalate to human agent when needed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901952"/>
            <a:ext cx="3977640" cy="896112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901952"/>
            <a:ext cx="109728" cy="89611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650992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650992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B0"/>
                </a:solidFill>
              </a:rPr>
              <a:t>Always Available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926080"/>
            <a:ext cx="3977640" cy="896112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926080"/>
            <a:ext cx="109728" cy="8961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50992" y="29809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650992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B0"/>
                </a:solidFill>
              </a:rPr>
              <a:t>Hold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950208"/>
            <a:ext cx="3977640" cy="896112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950208"/>
            <a:ext cx="109728" cy="8961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650992" y="40050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650992" y="4498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B0"/>
                </a:solidFill>
              </a:rPr>
              <a:t>Data Captured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3B0"/>
                </a:solidFill>
              </a:rPr>
              <a:t>STYLE:  💬 Simple, clear English   ·   ⏱ 1–2 sentences   ·   ❓ One question at a time   ·   ✔ Confirm before moving forward   ·   🔁 Ask to repeat if unclear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03  ·  METHODOLOGY &amp; APPROACH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System Works — End to End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1298448" cy="1325880"/>
          </a:xfrm>
          <a:prstGeom prst="rect">
            <a:avLst/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78992"/>
            <a:ext cx="1298448" cy="329184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097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STEP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032" y="14447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" y="1874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72768" y="1682496"/>
            <a:ext cx="12801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27632" y="161848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19072" y="1078992"/>
            <a:ext cx="1298448" cy="1325880"/>
          </a:xfrm>
          <a:prstGeom prst="rect">
            <a:avLst/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19072" y="1078992"/>
            <a:ext cx="1298448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9072" y="1097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STEP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9072" y="14447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19072" y="1874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Speech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 Text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35808" y="1682496"/>
            <a:ext cx="12801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161848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82112" y="1078992"/>
            <a:ext cx="1298448" cy="1325880"/>
          </a:xfrm>
          <a:prstGeom prst="rect">
            <a:avLst/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1078992"/>
            <a:ext cx="1298448" cy="32918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1097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STEP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82112" y="14447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182112" y="1874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Claude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(NLU)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98848" y="1682496"/>
            <a:ext cx="12801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161848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1078992"/>
            <a:ext cx="1298448" cy="1325880"/>
          </a:xfrm>
          <a:prstGeom prst="rect">
            <a:avLst/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1078992"/>
            <a:ext cx="1298448" cy="329184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1097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STEP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45152" y="14447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645152" y="1874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Logic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61888" y="1682496"/>
            <a:ext cx="12801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6752" y="161848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08192" y="1078992"/>
            <a:ext cx="1298448" cy="1325880"/>
          </a:xfrm>
          <a:prstGeom prst="rect">
            <a:avLst/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08192" y="1078992"/>
            <a:ext cx="1298448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1097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STEP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14447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108192" y="1874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 Speech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24928" y="1682496"/>
            <a:ext cx="12801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9792" y="161848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71232" y="1078992"/>
            <a:ext cx="1298448" cy="1325880"/>
          </a:xfrm>
          <a:prstGeom prst="rect">
            <a:avLst/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571232" y="1078992"/>
            <a:ext cx="1298448" cy="32918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71232" y="1097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STEP 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71232" y="144475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571232" y="18745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Export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" y="25786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3B0"/>
                </a:solidFill>
              </a:rPr>
              <a:t>Voice Input  ──►  AI Processing  ──►  Natural Response  ──►  Google Sheets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" y="2999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B"/>
                </a:solidFill>
              </a:rPr>
              <a:t>Key Design Decisions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20040" y="340156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" y="34472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850392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One Question at a Time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0392" y="3712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Mirrors natural conversation, reduces cognitive load and prevents customer confusion during ordering.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54880" y="340156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4472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285232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Availability Check First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85232" y="3712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Before confirming any order or reservation, Mike always verifies availability — eliminating double-bookings.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418795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" y="42336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850392" y="4233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Full Order Repeat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50392" y="4498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Complete order is read back before finalising — eliminates errors and builds customer trust.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54880" y="418795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42336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5285232" y="4233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Google Sheets as Data Store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85232" y="4498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Zero infrastructure overhead. All customer data is captured instantly and accessible to the entire team.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04  ·  SYSTEM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Overview &amp; Data Flow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743200" cy="3063240"/>
          </a:xfrm>
          <a:prstGeom prst="rect">
            <a:avLst/>
          </a:prstGeom>
          <a:solidFill>
            <a:srgbClr val="232B4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2743200" cy="56692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(Voice Interface)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73152" cy="3200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810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Phone call / VOIP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95144"/>
            <a:ext cx="73152" cy="3200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3225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Speech-to-Text (STT)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73152" cy="3200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834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Text-to-Speech (TTS)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19272"/>
            <a:ext cx="73152" cy="3200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346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Real-time audio stream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81528" y="2496312"/>
            <a:ext cx="502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4323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078992"/>
            <a:ext cx="2743200" cy="3063240"/>
          </a:xfrm>
          <a:prstGeom prst="rect">
            <a:avLst/>
          </a:prstGeom>
          <a:solidFill>
            <a:srgbClr val="232B4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078992"/>
            <a:ext cx="2743200" cy="5669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097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(AI &amp; Logic Engine)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1783080"/>
            <a:ext cx="73152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1810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Claude AI — NLU &amp; response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0" y="2295144"/>
            <a:ext cx="73152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3225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Intent classifier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29000" y="2807208"/>
            <a:ext cx="73152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2834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Order &amp; reservation engine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3319272"/>
            <a:ext cx="73152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3346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Availability checker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53328" y="2496312"/>
            <a:ext cx="502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24323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1078992"/>
            <a:ext cx="2743200" cy="3063240"/>
          </a:xfrm>
          <a:prstGeom prst="rect">
            <a:avLst/>
          </a:prstGeom>
          <a:solidFill>
            <a:srgbClr val="232B4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1078992"/>
            <a:ext cx="274320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097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LAYER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(Storage &amp; Export)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1783080"/>
            <a:ext cx="73152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1810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Google Sheets API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2295144"/>
            <a:ext cx="73152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56248" y="23225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Customer records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2807208"/>
            <a:ext cx="73152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2834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Order history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3319272"/>
            <a:ext cx="73152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3346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Call logs &amp; timestamps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1A1F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3159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B0"/>
                </a:solidFill>
              </a:rPr>
              <a:t>FLOW:  Customer Call  ▶  STT Transcription  ▶  Mike Identifies Intent  ▶  Runs Order/Reservation Flow  ▶  Checks Availability  ▶  Confirms  ▶  Webhook → Google Sheets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4142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</a:rPr>
              <a:t>📡  Webhook fires on every confirmed order or reservation — name, phone, email, order details, intent &amp; timestamp auto-logged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05  ·  WORKFLOW DIAGRAM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Assistant Conversation Flow — Mike in Action</a:t>
            </a:r>
            <a:endParaRPr lang="en-US" sz="2100" dirty="0"/>
          </a:p>
        </p:txBody>
      </p:sp>
      <p:pic>
        <p:nvPicPr>
          <p:cNvPr id="7" name="Image 0" descr="/home/claude/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1024128"/>
            <a:ext cx="864108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06  ·  MODEL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Engineering, Agent Script &amp; Conversation Design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14800" cy="3840480"/>
          </a:xfrm>
          <a:prstGeom prst="rect">
            <a:avLst/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4114800" cy="40233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🎙  MIKE — Agent Persona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91056"/>
            <a:ext cx="3913632" cy="393192"/>
          </a:xfrm>
          <a:prstGeom prst="rect">
            <a:avLst/>
          </a:prstGeom>
          <a:solidFill>
            <a:srgbClr val="232B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45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Mike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48256"/>
            <a:ext cx="3913632" cy="393192"/>
          </a:xfrm>
          <a:prstGeom prst="rect">
            <a:avLst/>
          </a:prstGeom>
          <a:solidFill>
            <a:srgbClr val="1C23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03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Tone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2103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Professional &amp; friendly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505456"/>
            <a:ext cx="3913632" cy="393192"/>
          </a:xfrm>
          <a:prstGeom prst="rect">
            <a:avLst/>
          </a:prstGeom>
          <a:solidFill>
            <a:srgbClr val="232B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60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Language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2560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Simple, clear English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962656"/>
            <a:ext cx="3913632" cy="393192"/>
          </a:xfrm>
          <a:prstGeom prst="rect">
            <a:avLst/>
          </a:prstGeom>
          <a:solidFill>
            <a:srgbClr val="1C23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Response length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3017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1–2 sentences max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3913632" cy="393192"/>
          </a:xfrm>
          <a:prstGeom prst="rect">
            <a:avLst/>
          </a:prstGeom>
          <a:solidFill>
            <a:srgbClr val="232B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74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Turn structure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34747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One question per turn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877056"/>
            <a:ext cx="3913632" cy="393192"/>
          </a:xfrm>
          <a:prstGeom prst="rect">
            <a:avLst/>
          </a:prstGeom>
          <a:solidFill>
            <a:srgbClr val="1C23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Misunderstanding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83080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Politely asks to repeat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334256"/>
            <a:ext cx="3913632" cy="393192"/>
          </a:xfrm>
          <a:prstGeom prst="rect">
            <a:avLst/>
          </a:prstGeom>
          <a:solidFill>
            <a:srgbClr val="232B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89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Closing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83080" y="4389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"Thank you for calling Domino's. Have a great day!"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1772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72B"/>
                </a:solidFill>
              </a:rPr>
              <a:t>Conversation Flows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17720" y="1481328"/>
            <a:ext cx="4206240" cy="31089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508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📦  Order Flow (10 Steps)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81728" y="18470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1. Identify intent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81728" y="2121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2. Pizza flavour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81728" y="2395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3. Size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81728" y="26700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4. Crust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81728" y="29443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5. Toppings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81728" y="32186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6. Suggest sides/drinks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81728" y="3493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7. Delivery or pickup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81728" y="37673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8. Address (if delivery)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81728" y="40416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9. Check availability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81728" y="43159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10. Confirm → name → email → finalize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17720" y="4754880"/>
            <a:ext cx="420624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47823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📅  Reservation Flow (6 Steps)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81728" y="51206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1. Number of guests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81728" y="53949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2. Date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81728" y="56692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3. Time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81728" y="59436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4. Seating type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81728" y="62179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5. Special requests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81728" y="64922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6. Confirm → name → email → finalize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07  ·  DEMO OF WORKING APPLICATION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Walkthrough — Mike Handles a Real Order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023360" cy="43891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15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🤖 Mike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Thank you for calling Domino's Pizza. How can I help you today?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0" y="1609344"/>
            <a:ext cx="4023360" cy="438912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627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</a:rPr>
              <a:t>👤 Customer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45152" y="181051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I want to order a pizza.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4023360" cy="43891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139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🤖 Mike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3192" y="232257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Great! Which pizza flavour would you like? We have Chicken Tikka, BBQ Chicken, Pepperoni, Tex Mex, Legend Ranch, Hot &amp; Spicy, Hawaiian or Cheese.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0" y="2633472"/>
            <a:ext cx="4023360" cy="438912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651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</a:rPr>
              <a:t>👤 Customer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45152" y="283464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Chicken Tikka please.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20040" y="3145536"/>
            <a:ext cx="4023360" cy="43891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163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🤖 Mike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3192" y="334670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Perfect! What size would you like — Small (PKR 499), Medium (PKR 1,299) or Large (PKR 1,799)?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4023360" cy="438912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675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</a:rPr>
              <a:t>👤 Customer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45152" y="385876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Large.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0040" y="4169664"/>
            <a:ext cx="4023360" cy="43891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4187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🤖 Mike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3192" y="437083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And what crust? Hand Tossed, Pan or Thin Crust?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0" y="4636008"/>
            <a:ext cx="4233672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6542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✅  Availability checked  ·  Full order repeated  ·  Data exported to Sheets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636008"/>
            <a:ext cx="416052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6542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72B"/>
                </a:solidFill>
              </a:rPr>
              <a:t>🎤  Live demo continues → Confirm → Name → Email → Finalize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</a:rPr>
              <a:t>SLIDE 08  ·  RESULTS &amp; FUTURE IMPROVEMENTS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Achieved &amp; Where We Go Next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</a:rPr>
              <a:t>✅  Current Results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36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18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B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Agent active round the clock — no missed calls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30428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3591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18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B"/>
                </a:solidFill>
              </a:rPr>
              <a:t>Order Steps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Full structured flow with validation at each step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2724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182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18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7160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B"/>
                </a:solidFill>
              </a:rPr>
              <a:t>Booking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Reservation flow handles seating types + events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95020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0050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18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2B"/>
                </a:solidFill>
              </a:rPr>
              <a:t>Data Capture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All orders &amp; reservations logged to Google Sheets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</a:rPr>
              <a:t>🚀  Future Improvements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481328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481328"/>
            <a:ext cx="91440" cy="60350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17904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12080" y="151790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Multilingual 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77393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Add Urdu language support to serve a wider customer base across Pakistan.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157984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157984"/>
            <a:ext cx="91440" cy="60350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1945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12080" y="219456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WhatsApp &amp; SMS Integration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4505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Expand beyond phone calls to chat-based ordering via WhatsApp Business API.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834640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834640"/>
            <a:ext cx="91440" cy="60350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87121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212080" y="287121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Personalisation Engine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312724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Remember past orders and preferences to suggest favourites automatically.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51129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511296"/>
            <a:ext cx="91440" cy="60350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54787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212080" y="354787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Analytics Dashboard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803904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Build a real-time dashboard from Google Sheets data — peak hours, popular items, trends.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4187952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4187952"/>
            <a:ext cx="91440" cy="60350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422452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212080" y="422452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2B"/>
                </a:solidFill>
              </a:rPr>
              <a:t>Order Tracking Alerts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0" y="448056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Auto-SMS/call customers with delivery ETA and status updates.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0" y="2304288"/>
            <a:ext cx="4572000" cy="457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893B0"/>
                </a:solidFill>
              </a:rPr>
              <a:t>"Thank you for calling Domino's. Have a great day!"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1837"/>
                </a:solidFill>
              </a:rPr>
              <a:t>— Mike, AI Voice Assistant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572768" cy="402336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38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🎤 Voice AI Agent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21408" y="3429000"/>
            <a:ext cx="1572768" cy="402336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3438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🍕 Full Menu &amp; Deals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85616" y="3429000"/>
            <a:ext cx="1572768" cy="402336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3438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📅 Reservations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9824" y="3429000"/>
            <a:ext cx="1572768" cy="402336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438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📊 Google Sheets Export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14032" y="3429000"/>
            <a:ext cx="1572768" cy="402336"/>
          </a:xfrm>
          <a:prstGeom prst="rect">
            <a:avLst/>
          </a:prstGeom>
          <a:solidFill>
            <a:srgbClr val="232B48"/>
          </a:solidFill>
          <a:ln w="12700">
            <a:solidFill>
              <a:srgbClr val="232B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34381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🔁 Escalation Flow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893B0"/>
                </a:solidFill>
              </a:rPr>
              <a:t>Domino's Pakistan · AI Voice Agent Project ·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Dominos Pakistan AI Voice Agent</dc:title>
  <dc:subject>PptxGenJS Presentation</dc:subject>
  <dc:creator>PptxGenJS</dc:creator>
  <cp:lastModifiedBy>PptxGenJS</cp:lastModifiedBy>
  <cp:revision>1</cp:revision>
  <dcterms:created xsi:type="dcterms:W3CDTF">2026-04-12T20:24:55Z</dcterms:created>
  <dcterms:modified xsi:type="dcterms:W3CDTF">2026-04-12T20:24:55Z</dcterms:modified>
</cp:coreProperties>
</file>